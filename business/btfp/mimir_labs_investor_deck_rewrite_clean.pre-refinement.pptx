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502920"/>
            <a:ext cx="2788920" cy="320040"/>
          </a:xfrm>
          <a:prstGeom prst="roundRect">
            <a:avLst>
              <a:gd name="adj" fmla="val 17143"/>
            </a:avLst>
          </a:prstGeom>
          <a:solidFill>
            <a:srgbClr val="2DE2D1">
              <a:alpha val="88000"/>
            </a:srgbClr>
          </a:solidFill>
          <a:ln w="12700">
            <a:solidFill>
              <a:srgbClr val="2DE2D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76072"/>
            <a:ext cx="25694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GOVERNANCE-FIRST ENTERPRISE INFRASTRUCTURE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58368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Mimir Labs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600200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authority layer for agentic enterprise operations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658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discovers where enterprise meaning breaks. Yggdrasil ERP turns governed meaning into enforceable operational state.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6111C"/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Reframed around Ratatosk, governed data authority, and Yggdrasil ERP.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AI has context. It still lacks authority.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failure mode is not retrieval. It is deciding what the business is allowed to treat as true.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3017520" cy="4160520"/>
          </a:xfrm>
          <a:prstGeom prst="roundRect">
            <a:avLst>
              <a:gd name="adj" fmla="val 2424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enterprise stack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23317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ERP, CRM, BI, spreadsheets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iPaaS and workflow glue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Knowledge layers and copilots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Agentic action interfaces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2971800" cy="4160520"/>
          </a:xfrm>
          <a:prstGeom prst="roundRect">
            <a:avLst>
              <a:gd name="adj" fmla="val 2462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 substrate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2212848"/>
            <a:ext cx="23317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 business concepts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Conflicting ownership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Ambiguous state transitions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authority outside the system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66760" y="1417320"/>
            <a:ext cx="3017520" cy="4160520"/>
          </a:xfrm>
          <a:prstGeom prst="roundRect">
            <a:avLst>
              <a:gd name="adj" fmla="val 2424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risk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77072" y="2212848"/>
            <a:ext cx="23317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Faster wrong answers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Irreproducible decisions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Non-auditable actions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Automation over semantic drift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30752" y="3246120"/>
            <a:ext cx="676656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71232" y="3246120"/>
            <a:ext cx="676656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63240" y="5824728"/>
            <a:ext cx="6217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not authority.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missing layer: governed operational authority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systems must know what things mean, who owns them, and which actions are permitted next.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a customer?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supplier record governs?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inventory state is authoritative?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counts as approval?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state transitions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Evidence-gated workflows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Tenant-specific constraints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Replayable event 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authority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change meaning?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approve action?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policy governs?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expires or overrides?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builds this layer from the data/state boundary upward, not from dashboards, prompts, or middleware downward.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Ratatosk is the wedge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short-cycle diagnostic that exposes semantic drift and authority conflicts before implementation hardens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137160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6111C">
              <a:alpha val="92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2121408"/>
            <a:ext cx="2240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ERP schemas and exports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 models and reports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Spreadsheets and shadow systems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maps and process artifacts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06111C">
              <a:alpha val="92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627632"/>
            <a:ext cx="2331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workshop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8032" y="2121408"/>
            <a:ext cx="2240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Semantic extraction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Stakeholder validation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Concept ownership mapping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Authority conflict detection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137160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06111C">
              <a:alpha val="92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0808" y="1627632"/>
            <a:ext cx="2331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59952" y="2121408"/>
            <a:ext cx="2240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Executive governance summary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Conflict &amp; redundancy report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Governance usage map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Canonical governance manifest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3456432"/>
            <a:ext cx="1005840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3456432"/>
            <a:ext cx="1005840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sells first because it proves the problem without asking a customer to replace ERP.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Ratatosk produces the artifacts every implementation wishes it had earlier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canonical map before migration, integration, compliance, or AI deployment.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Governance Summary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191109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Board/CIO view of structural risk and priority actions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Taxonomy Distribution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75120" y="191109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data structures concentrate by domain and business concept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2296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90779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Usage Map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323697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systems use which concepts and where ownership is unclear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4652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0779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&amp; Redundancy Report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75120" y="323697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Duplicate, overlapping, or contradictory enterprise meanings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Governance Manifest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51560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authority map for downstream implementation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44652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Ecosystem Map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75120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system topology and integration risk surface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14400" y="5788152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manifest becomes the bridge into Yggdrasil ERP, OPE, migration, synchronization, and partner delivery.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shape: discovery first, authority next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deck centers on Ratatosk as the entry point and Yggdrasil ERP as the governed reference implementation.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meaning and authority conflicts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20370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Ragnarok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004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Migrate into a governed target model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078224" y="3721608"/>
            <a:ext cx="329184" cy="-1417320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Bifrost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Synchronize through governed lanes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95274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 on a deterministic authority substrate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827264" y="3721608"/>
            <a:ext cx="329184" cy="-1417320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9360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decisions into enforceable policy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70178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5840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3155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plugin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6812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contract obligations into policy candidates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143000" y="530352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layer stands alone. Each layer also increases switching cost toward a governance-native operating core.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Yggdrasil ERP: the reference implementation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governance-first ERP designed around canonical meaning, state validity, and auditability.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71523">
              <a:alpha val="94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design principles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057400"/>
            <a:ext cx="38862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Canonical schema as living operational substrate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Strict validation at ingress; no coercion as policy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Tenant-scoped governance and state constraints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Immutable audit trail and event replay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APIs generated from enforced data contracts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71523">
              <a:alpha val="94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 now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93408" y="2057400"/>
            <a:ext cx="388620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Agentic systems need legal action boundaries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Compliance requires provenance, replay, and evidence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can reason faster than humans can repair ambiguity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Downstream semantic layers do not govern state mutation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6007608"/>
            <a:ext cx="9921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 is not positioned first as “new ERP.” It is the governed substrate that proves the architecture.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 makes the thesis visible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Policy Enforcement turns administrative decisions into enforceable operational constraints.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Board minutes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Email approvals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PDFs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threads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Tribal memory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Decision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0176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Authority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Effective dates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paths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4108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effect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8796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Allowed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Blocked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Escalated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11880" y="3429000"/>
            <a:ext cx="1033272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07808" y="3429000"/>
            <a:ext cx="941832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2296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is possible because business rules are enforced at the data/state boundary, not treated as loose configuration around the system.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Norn becomes a Yggdrasil ERP plugin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standalone CLM-lite. Contract-to-policy translation for governed operations.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3108960" cy="4114800"/>
          </a:xfrm>
          <a:prstGeom prst="roundRect">
            <a:avLst>
              <a:gd name="adj" fmla="val 2353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00784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agreement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MSA / SOW / supplier terms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flowdowns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Compliance obligations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Service-level commitments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08960" cy="4114800"/>
          </a:xfrm>
          <a:prstGeom prst="roundRect">
            <a:avLst>
              <a:gd name="adj" fmla="val 2353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00784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extraction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3168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Obligations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requirements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Milestones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Renewals and exceptions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417320"/>
            <a:ext cx="3108960" cy="4114800"/>
          </a:xfrm>
          <a:prstGeom prst="roundRect">
            <a:avLst>
              <a:gd name="adj" fmla="val 2353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00784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/ Yggdrasil ERP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22208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candidates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Operational constraints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evidence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action boundaries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13632" y="3429000"/>
            <a:ext cx="512064" cy="0"/>
          </a:xfrm>
          <a:prstGeom prst="line">
            <a:avLst/>
          </a:prstGeom>
          <a:noFill/>
          <a:ln w="2286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62672" y="3429000"/>
            <a:ext cx="512064" cy="0"/>
          </a:xfrm>
          <a:prstGeom prst="line">
            <a:avLst/>
          </a:prstGeom>
          <a:noFill/>
          <a:ln w="2286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and Microsoft can help create and sign documents. Norn tells the operating system what the signed document now requires.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market: regulated operations with visible authority pain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sells into the moment when migration, compliance, integration, or AI makes ambiguity expensive.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1907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Defense-adjacent manufacturing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11226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CMMC, CUI, audit traceability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45643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&amp; precision machining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84962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AS9100, first article, quality gates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171907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equipment &amp; distribution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6832" y="211226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migration, inventory, supplier drift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640080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45643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partners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6832" y="384962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SIs, ERP consultants, fractional CIOs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1097280" y="507492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5276088"/>
            <a:ext cx="9235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wedge: paid Ratatosk diagnostics that convert into Yggdrasil ERP compliance-core pilots and partner-led discovery.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model: services-led proof, platform-led expansion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creates revenue and proprietary insight before full platform displacement is required.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diagnostic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60520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project fee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proof and artifact generation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68680" y="2112264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6771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 compliance 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+ subscription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2267712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audit and authority layer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68680" y="2898648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/ authority modules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60520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software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00800" y="3054096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Policy-backed configuration and agent boundaries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8680" y="3685032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plugin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60520" y="384048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Add-on / usage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obligations to operating constraints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68680" y="4471416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2686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licensing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60520" y="4626864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margin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400800" y="4626864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SIs and advisors to sell upstream discovery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motion: founder-led pilots → SI/referrer channel → strategic platform conversations.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Differentiation: not another layer above the mess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adjacent tools observe, move, or interpret data. Mimir Labs governs what can become operational truth.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/ governance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definitions and stewardship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704088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stops before runtime action authority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31520" y="1719072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77240" y="213055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iPaaS / data fabric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337560" y="2130552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and reconciles data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040880" y="213055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is not agreement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77240" y="2935224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graphs / semantic layers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3337560" y="293522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relationships and meaning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7040880" y="2935224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downstream of operational ambiguity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731520" y="3328416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77240" y="3739896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copilots / agents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3337560" y="3739896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and act through tools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7040880" y="3739896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not authority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731520" y="4133088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77240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ERP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3337560" y="4544568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transactions and configurations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704088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often live around the substrate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97280" y="562356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788152"/>
            <a:ext cx="9418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Moat: canonical manifests + deterministic enforcement + audit replay + operational state-machine authority.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proof points and near-term milestones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has moved from thesis to architecture to sellable wedge.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636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286000" y="155448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 alpha architecture: multi-tenant, strict validation, audit/event substrate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29514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diagnostic artifacts and canonical governance manifest workflow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0266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286000" y="301752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module: administrative authority as enforceable operational policy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75818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Reframed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as contract-to-policy plugin rather than standalone CLM-lite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Launching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286000" y="448056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 system targeting pilots, partners, strategics, and funders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2412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milestone: 2–3 paid Ratatosk diagnostics or authority-layer pilots that produce referenceable outcomes.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ask: fund the first commercial proof of the authority-layer thesis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 is intentionally narrow: pilots, product hardening, and partner-ready delivery.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target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$1.0M strategic pre-seed / seed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structure: seed, SAFE, strategic investment, or BFTP/angel-led tranche.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goals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9744" y="2212848"/>
            <a:ext cx="23317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3–5 paid Ratatosk diagnostics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 Yggdrasil ERP authority/compliance pilots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 MVP in first-wave modules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1–2 SI or advisor 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13064" y="2212848"/>
            <a:ext cx="23317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hardening and deployment repeatability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delivery and compliance artifacts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Targeted outbound and partner development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Security, legal, and audit readiness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6053328"/>
            <a:ext cx="10149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is building the reference implementation for governed, AI-ready enterprise operations.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Mimir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Mimir Labs Investor Deck</dc:title>
  <dc:subject>Investor Deck</dc:subject>
  <dc:creator>Mimir Labs</dc:creator>
  <cp:lastModifiedBy>Mimir Labs</cp:lastModifiedBy>
  <cp:revision>1</cp:revision>
  <dcterms:created xsi:type="dcterms:W3CDTF">2026-05-11T12:04:47Z</dcterms:created>
  <dcterms:modified xsi:type="dcterms:W3CDTF">2026-05-11T12:04:47Z</dcterms:modified>
</cp:coreProperties>
</file>