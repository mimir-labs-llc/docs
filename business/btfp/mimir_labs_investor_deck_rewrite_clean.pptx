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  <p:sldId id="270" r:id="rId49"/>
    <p:sldId id="265" r:id="rId50"/>
    <p:sldId id="266" r:id="rId51"/>
    <p:sldId id="271" r:id="rId52"/>
    <p:sldId id="268" r:id="rId53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 — Global manufacturing ERP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$10B+ market in 2024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8–10% CAGR through end of decade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ERP market $281B by 2034 (Fortune)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Digital transformation + Industry 4.0 tailwinds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— Mid-market manufacturing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10–500 employee shops, US + EU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~30–40% of revenue, ~80% of customers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Concentrated in discrete + mixed-mode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ISO, ITAR regulated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 — PA + adjacent reachable in 36 months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~3,500 qualifying manufacturers in PA / OH / MD / NJ / NY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Target: 50–150 paying customers by Year 5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Wedge via Ratatosk workshops; convert ~30% to platform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PA-grown, MANTEC-aligned, US-hosted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ERP that doesn't believe in edge cases.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WE'VE ALREADY BUILT IT.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pre-seed. BFTP tranche: $150–350K. Detailed allocation in companion talking-points doc.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 — cgaither@mimirlabs.net — mimirlabs.net — South Central Pennsylvania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