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t>• iPaaS and workflow glue</a:t>
            </a:r>
          </a:p>
          <a:p>
            <a:pPr indent="0" marL="0">
              <a:buNone/>
            </a:pPr>
            <a:r>
              <a:t>• Custom fields and bespoke logic</a:t>
            </a:r>
          </a:p>
          <a:p>
            <a:pPr indent="0" marL="0">
              <a:buNone/>
            </a:pPr>
            <a:r>
              <a:t>• Audit trails as aspiration</a:t>
            </a:r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t>• Conflicting ownership</a:t>
            </a:r>
          </a:p>
          <a:p>
            <a:pPr indent="0" marL="0">
              <a:buNone/>
            </a:pPr>
            <a:r>
              <a:t>• Ambiguous state transitions</a:t>
            </a:r>
          </a:p>
          <a:p>
            <a:pPr indent="0" marL="0">
              <a:buNone/>
            </a:pPr>
            <a:r>
              <a:t>• Decision authority outside the system</a:t>
            </a:r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t>• Audits become archaeology</a:t>
            </a:r>
          </a:p>
          <a:p>
            <a:pPr indent="0" marL="0">
              <a:buNone/>
            </a:pPr>
            <a:r>
              <a:t>• Migrations stall mid-project</a:t>
            </a:r>
          </a:p>
          <a:p>
            <a:pPr indent="0" marL="0">
              <a:buNone/>
            </a:pPr>
            <a:r>
              <a:t>• AI built on this surface multiplies wrong answers</a:t>
            </a:r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t>• Mimisbrunnr shared semantic model</a:t>
            </a:r>
          </a:p>
          <a:p>
            <a:pPr indent="0" marL="0">
              <a:buNone/>
            </a:pPr>
            <a:r>
              <a:t>• No custom fields, ever</a:t>
            </a:r>
          </a:p>
          <a:p>
            <a:pPr indent="0" marL="0">
              <a:buNone/>
            </a:pPr>
            <a:r>
              <a:t>• Tenant label overrides without schema drift</a:t>
            </a:r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t>• Append-only audit log with per-field deltas</a:t>
            </a:r>
          </a:p>
          <a:p>
            <a:pPr indent="0" marL="0">
              <a:buNone/>
            </a:pPr>
            <a:r>
              <a:t>• Replayable RedPanda event mesh</a:t>
            </a:r>
          </a:p>
          <a:p>
            <a:pPr indent="0" marL="0">
              <a:buNone/>
            </a:pPr>
            <a:r>
              <a:t>• Tenant-scoped predicates and approvals</a:t>
            </a:r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t>• Draft → sign → active → amend → supersede</a:t>
            </a:r>
          </a:p>
          <a:p>
            <a:pPr indent="0" marL="0">
              <a:buNone/>
            </a:pPr>
            <a:r>
              <a:t>• No-delete principle preserves the audit trail</a:t>
            </a:r>
          </a:p>
          <a:p>
            <a:pPr indent="0" marL="0">
              <a:buNone/>
            </a:pPr>
            <a:r>
              <a:t>• Standard Library: SOX, AS9100, CMMC, ITAR, …</a:t>
            </a:r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is the wedge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short-cycle diagnostic that exposes semantic drift and authority conflicts before implementation hardens them.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137160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2763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 schemas and exports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 models and reports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Spreadsheets and shadow systems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Integration maps and process artifacts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772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workshop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2803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Semantic extraction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Stakeholder validation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Concept ownership mapping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Authority conflict detection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964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5080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5995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Executive governance summary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 &amp; redundancy report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Governance usage map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governance manifest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1440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is built and ready to sell. $5–12.5K workshop fee, credits 1:1 against Yggdrasil activation.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produces the artifacts every implementation wishes it had earlier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canonical map before migration, integration, compliance, or AI deployment.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Governance Summary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Board/CIO view of structural risk and priority actions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Taxonomy Distribution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data structures concentrate by domain and business concept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Usage Map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systems use which concepts and where ownership is unclear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 &amp; Redundancy Report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Duplicate, overlapping, or contradictory enterprise meanings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Governance Manifest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Machine-readable authority map for downstream implementation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Ecosystem Map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system topology and integration risk surface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manifest becomes the bridge into Yggdrasil ERP, OPE, migration, synchronization, and partner delivery.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ERP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— 323 tables, 10 modules, desktop + web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Shipped May 2026 — Standard Library of compliance templates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 — $299/mo Business tier; OPE plugin on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layer ships standalone today. Six tools, one shared semantic substrate (Mimisbrunnr).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Yggdrasil ERP: the reference implementation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governance-first ERP designed around canonical meaning, state validity, and auditability. A reference implementation of the CAIP-HE framework.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design principles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Qt 6 desktop client + Next.js web app, both shipping in alpha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t>• Canonical schema (323 tables, 10 modules) as living substrate</a:t>
            </a:r>
          </a:p>
          <a:p>
            <a:pPr indent="0" marL="0">
              <a:buNone/>
            </a:pPr>
            <a:r>
              <a:t>• Strict validation at ingress; no custom fields permitted</a:t>
            </a:r>
          </a:p>
          <a:p>
            <a:pPr indent="0" marL="0">
              <a:buNone/>
            </a:pPr>
            <a:r>
              <a:t>• OPE-signed Policies enforced by the State Constraint Engine</a:t>
            </a:r>
          </a:p>
          <a:p>
            <a:pPr indent="0" marL="0">
              <a:buNone/>
            </a:pPr>
            <a:r>
              <a:t>• Append-only audit log with per-field deltas; 150+ REST endpoints</a:t>
            </a:r>
          </a:p>
          <a:p>
            <a:pPr indent="0" marL="0">
              <a:buNone/>
            </a:pPr>
            <a:r>
              <a:t>• RedPanda B2B event mesh for cross-tenant supply-chain automation</a:t>
            </a:r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 now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Manufacturers can't trust their own data after years of customization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t>• AS9100, CMMC, SOX, ITAR demand provenance, not screenshots</a:t>
            </a:r>
          </a:p>
          <a:p>
            <a:pPr indent="0" marL="0">
              <a:buNone/>
            </a:pPr>
            <a:r>
              <a:t>• AI built on drifted data multiplies bad decisions, not good ones</a:t>
            </a:r>
          </a:p>
          <a:p>
            <a:pPr indent="0" marL="0">
              <a:buNone/>
            </a:pPr>
            <a:r>
              <a:t>• Substrate-level governance is the only durable fix</a:t>
            </a:r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is the working reference implementation of the CAIP-HE framework — built, running, and shipping in alpha today.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t>• Email approvals</a:t>
            </a:r>
          </a:p>
          <a:p>
            <a:pPr indent="0" marL="0">
              <a:buNone/>
            </a:pPr>
            <a:r>
              <a:t>• Policy PDFs</a:t>
            </a:r>
          </a:p>
          <a:p>
            <a:pPr indent="0" marL="0">
              <a:buNone/>
            </a:pPr>
            <a:r>
              <a:t>• Teams threads</a:t>
            </a:r>
          </a:p>
          <a:p>
            <a:pPr indent="0" marL="0">
              <a:buNone/>
            </a:pPr>
            <a:r>
              <a:t>• Tribal memory</a:t>
            </a:r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t>• Named Conditions library (versioned, shared)</a:t>
            </a:r>
          </a:p>
          <a:p>
            <a:pPr indent="0" marL="0">
              <a:buNone/>
            </a:pPr>
            <a:r>
              <a:t>• Policy Phases (pre-gate / gate / post-gate / observer)</a:t>
            </a:r>
          </a:p>
          <a:p>
            <a:pPr indent="0" marL="0">
              <a:buNone/>
            </a:pPr>
            <a:r>
              <a:t>• Multi-action THEN clauses with JSONB extension capture</a:t>
            </a:r>
          </a:p>
          <a:p>
            <a:pPr indent="0" marL="0">
              <a:buNone/>
            </a:pPr>
            <a:r>
              <a:t>• Signed lifecycle: draft → active → superseded</a:t>
            </a:r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t>• Blocked</a:t>
            </a:r>
          </a:p>
          <a:p>
            <a:pPr indent="0" marL="0">
              <a:buNone/>
            </a:pPr>
            <a:r>
              <a:t>• Routed</a:t>
            </a:r>
          </a:p>
          <a:p>
            <a:pPr indent="0" marL="0">
              <a:buNone/>
            </a:pPr>
            <a:r>
              <a:t>• Escalated</a:t>
            </a:r>
          </a:p>
          <a:p>
            <a:pPr indent="0" marL="0">
              <a:buNone/>
            </a:pPr>
            <a:r>
              <a:t>• Audited (per-field, append-only)</a:t>
            </a:r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Norn: contract document intelligence today, OPE-integrated tomorrow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Standalone pilot offering now (Business tier). Roadmap: contract obligations extract as OPE Policy candidates the Yggdrasil runtime enforces directly.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Contract authoring + signing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t>• Pilot tier: $299/mo Business</a:t>
            </a:r>
          </a:p>
          <a:p>
            <a:pPr indent="0" marL="0">
              <a:buNone/>
            </a:pPr>
            <a:r>
              <a:t>• 5-org pilot cap (offered, none signed)</a:t>
            </a:r>
          </a:p>
          <a:p>
            <a:pPr indent="0" marL="0">
              <a:buNone/>
            </a:pPr>
            <a:r>
              <a:t>• Standalone web app</a:t>
            </a:r>
          </a:p>
          <a:p>
            <a:pPr indent="0" marL="0">
              <a:buNone/>
            </a:pPr>
            <a:r>
              <a:t>• BoldSign-style e-sign integration</a:t>
            </a:r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extraction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t>• Evidence requirements</a:t>
            </a:r>
          </a:p>
          <a:p>
            <a:pPr indent="0" marL="0">
              <a:buNone/>
            </a:pPr>
            <a:r>
              <a:t>• Milestones</a:t>
            </a:r>
          </a:p>
          <a:p>
            <a:pPr indent="0" marL="0">
              <a:buNone/>
            </a:pPr>
            <a:r>
              <a:t>• Renewals and exceptions</a:t>
            </a:r>
          </a:p>
        </p:txBody>
      </p:sp>
      <p:sp>
        <p:nvSpPr>
          <p:cNvPr id="15" name="Shape 13"/>
          <p:cNvSpPr/>
          <p:nvPr/>
        </p:nvSpPr>
        <p:spPr>
          <a:xfrm>
            <a:off x="827532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→ OPE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2220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 → Policy candidates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t>• Evidence → Constraint inputs</a:t>
            </a:r>
          </a:p>
          <a:p>
            <a:pPr indent="0" marL="0">
              <a:buNone/>
            </a:pPr>
            <a:r>
              <a:t>• Milestones → Workflow templates</a:t>
            </a:r>
          </a:p>
          <a:p>
            <a:pPr indent="0" marL="0">
              <a:buNone/>
            </a:pPr>
            <a:r>
              <a:t>• Renewals → Effective-date triggers</a:t>
            </a:r>
          </a:p>
        </p:txBody>
      </p:sp>
      <p:sp>
        <p:nvSpPr>
          <p:cNvPr id="18" name="Shape 16"/>
          <p:cNvSpPr/>
          <p:nvPr/>
        </p:nvSpPr>
        <p:spPr>
          <a:xfrm>
            <a:off x="391363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6267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5840" y="5852160"/>
            <a:ext cx="101498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and Microsoft can help create and sign documents. Norn tells the operating system what the signed document now requires.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market: regulated operations with visible authority pain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sells into the moment when migration, compliance, integration, or AI makes ambiguity expensive.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Defense-adjacent manufacturing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CMMC, CUI, audit traceability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Aerospace &amp; precision machining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899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AS9100, first article, quality gates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640080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 manufacturing corridor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5683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MANTEC member network, MEP relationships, 50–500 employee discrete shops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640080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683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partners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5683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SIs, ERP consultants, fractional CIOs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1097280" y="507492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5276088"/>
            <a:ext cx="92354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wedge: paid Ratatosk diagnostics convert into Yggdrasil Validation Cohort pilots. PA-grown product for PA-grown manufacturers.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 Score) annual; $35K 120-day pilot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credits 1:1 against Yggdrasil activation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$299.25/mo Business tier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intelligence; 5-org pilot cap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 margin; OPE-Norn integration; agent runtime SDK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16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16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16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16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16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16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suite, ~50K lines C++ / TypeScript: Yggdrasil ERP (323 tables, 10 modules, Qt + Next.js, 150+ endpoints), Ratatosk (Qt 6, 10 pages, VBA decomp), Ragnarok (Qt 6, 12 engines), Bifrost (Qt 6, 9 panels, 13 playbooks), Jormungandr (platform-shadow MVP), Norn (contract pilot). Mimisbrunnr semantic model unifies all six.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zero-trust ingress, Caddy reverse proxy, Go-based ygg-mesh-server for tenant coordination. CMMC Level 1 self-attestation complete.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full lifecycle, Named Conditions library, Policy Phases, multi-action evaluation, JSONB extension capture, ~40 REST endpoints, 8 Standard Library templates. Bifrost playbook integration contract defined.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CAIP-HE framework alignment documented. Crunchbase top 100k since April 2026.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with detailed allocation in companion talking-points doc.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 ($5–12.5K each)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t>• First 2 Yggdrasil Validation Cohort pilot conversions</a:t>
            </a:r>
          </a:p>
          <a:p>
            <a:pPr indent="0" marL="0">
              <a:buNone/>
            </a:pPr>
            <a:r>
              <a:t>• Wave-1 OPE rollout (Finance / Quality / Purchasing handlers)</a:t>
            </a:r>
          </a:p>
          <a:p>
            <a:pPr indent="0" marL="0">
              <a:buNone/>
            </a:pPr>
            <a:r>
              <a:t>• SOC 2 Type I attestation</a:t>
            </a:r>
          </a:p>
          <a:p>
            <a:pPr indent="0" marL="0">
              <a:buNone/>
            </a:pPr>
            <a:r>
              <a:t>• First non-founder engineering hire</a:t>
            </a:r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(frees founder for BD + delivery)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t>• Pilot delivery + SOC 2 readiness work</a:t>
            </a:r>
          </a:p>
          <a:p>
            <a:pPr indent="0" marL="0">
              <a:buNone/>
            </a:pPr>
            <a:r>
              <a:t>• PA manufacturing outbound (MANTEC, trade shows, targeted digital)</a:t>
            </a:r>
          </a:p>
          <a:p>
            <a:pPr indent="0" marL="0">
              <a:buNone/>
            </a:pPr>
            <a:r>
              <a:t>• Founder working capital bridge (12 months @ $4K/mo)</a:t>
            </a:r>
          </a:p>
          <a:p>
            <a:pPr indent="0" marL="0">
              <a:buNone/>
            </a:pPr>
            <a:r>
              <a:t>• Operating reserve</a:t>
            </a:r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73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