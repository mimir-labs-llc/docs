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6"/>
    <p:sldId id="265" r:id="rId11"/>
    <p:sldId id="266" r:id="rId12"/>
    <p:sldId id="271" r:id="rId17"/>
    <p:sldId id="268" r:id="rId14"/>
    <p:sldId id="267" r:id="rId13"/>
    <p:sldId id="272" r:id="rId18"/>
    <p:sldId id="273" r:id="rId19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is the wedge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short-cycle diagnostic that exposes semantic drift and authority conflicts before implementation hardens them.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137160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2763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 schemas and exports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 models and reports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Spreadsheets and shadow systems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Integration maps and process artifacts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772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workshop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2803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Semantic extraction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Stakeholder validation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Concept ownership mapping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Authority conflict detection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964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5080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5995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Executive governance summary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 &amp; redundancy report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Governance usage map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governance manifest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1440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is built and ready to sell. $5–12.5K workshop fee, credits 1:1 against Yggdrasil activation.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produces the artifacts every implementation wishes it had earlier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canonical map before migration, integration, compliance, or AI deployment.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Governance Summary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Board/CIO view of structural risk and priority actions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Taxonomy Distribution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data structures concentrate by domain and business concept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Usage Map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systems use which concepts and where ownership is unclear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 &amp; Redundancy Report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Duplicate, overlapping, or contradictory enterprise meanings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Governance Manifest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Machine-readable authority map for downstream implementation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Ecosystem Map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system topology and integration risk surface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manifest becomes the bridge into Yggdrasil ERP, OPE, migration, synchronization, and partner delivery.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with OPE governance — 323 tables, 10 modules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intelligence — OPE plugin on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Yggdrasil ERP: the reference implementation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governance-first ERP designed around canonical meaning, state validity, and auditability. A reference implementation of the CAIP-HE framework.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design principles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Qt 6 desktop client + Next.js web app, both shipping in alpha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schema (323 tables, 10 modules) as living substrate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Strict validation at ingress; no custom fields permitted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OPE-signed Policies enforced on every state transition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log; RedPanda B2B event mesh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 now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Manufacturers can't trust their own data after years of customization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SOX, ITAR demand provenance, not screenshots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drifted data multiplies bad decisions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Substrate-level governance is the only durable fix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is the working reference implementation of the CAIP-HE framework — built, running, and shipping in alpha today.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Norn: contract document intelligence today, OPE-integrated tomorrow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Standalone pilot offering now (Business tier). Roadmap: contract obligations become OPE Policy candidates the Yggdrasil runtime enforces directly.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Contract authoring + signing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tier: $299/mo Business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5-org pilot cap (none signed)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Standalone web app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extraction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requirements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and exceptions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7532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→ OPE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2220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 → Policy candidates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→ Constraint inputs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 → Workflow templates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→ Effective-date triggers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1363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6267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5840" y="5852160"/>
            <a:ext cx="101498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and Microsoft can help create and sign documents. Norn tells the operating system what the signed document now requires.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market: regulated operations with visible authority pain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sells into the moment when migration, compliance, integration, or AI makes ambiguity expensive.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Defense-adjacent manufacturing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CMMC, CUI, audit traceability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Aerospace &amp; precision machining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899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AS9100, first article, quality gates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640080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 manufacturing corridor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5683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MANTEC member network, MEP, 50–500 employee shops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640080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683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partners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5683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SIs, ERP consultants, fractional CIOs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1097280" y="507492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5276088"/>
            <a:ext cx="92354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wedge: paid Ratatosk diagnostics convert into Yggdrasil Validation Cohort pilots. PA-grown product for PA-grown manufacturers.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16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16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16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16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16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16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73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Market: $10B and growing 8–10% CAGR, with the SMB tier underserved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is a large, established market where mid-market manufacturers (10–500 employees) are systematically failed by incumbents. We sell into that gap.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 — Global manufacturing ERP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$10B+ market in 2024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8–10% CAGR through end of decade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 ERP market $281B by 2034 (Fortune)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Digital transformation + Industry 4.0 tailwinds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 — Mid-market manufacturing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10–500 employee shops, US + EU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~30–40% of revenue, ~80% of customers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Concentrated in discrete + mixed-mode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ISO, ITAR regulated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 — PA + adjacent reachable in 36 months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~3,500 qualifying manufacturers in PA / OH / MD / NJ / NY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Target: 50–150 paying customers by Year 5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Wedge via Ratatosk workshops; convert ~30% to platform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PA-grown, MANTEC-aligned, US-hosted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manufacturers pay $45K–$250K/yr to incumbents (Epicor, Sage, Infor) for systems they actively distrust. Same budget, better product.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GTM phasing: services-led wedge,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builds the customer relationship and proof set the next phase needs. We do not need to win an ERP buyer in month one.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Wedge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self-serve SaaS (free → $1,499/mo). No IT approval, no sales cycle. Active Q4 2026.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Services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governance workshops, $5–12.5K. Reveals migration needs, builds account intelligence. Q3 2026.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Platform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migrations + Bifrost integrations. 60% Ratatosk → Ragnarok attach, 25% → Bifrost. Q1 2027.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ERP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pilots ($35K) and full subscriptions. Footprint Score pricing. Q3 2027+.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milestones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Ratatosk workshops, 2 Yggdrasil pilots, Wave-1 OPE rollout, SOC 2 Type I, first engineering hire.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A milestones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$500K ARR, 100 Norn paid accounts, 10 services engagements, 3 Yggdrasil tenants, Template Exchange live.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 No partner channel before product is proven.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Team: solo founder today, AI-augmented build, lean hire plan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is one person and a deliberate development model. The platform exists because the founder lived inside the failures the doctrine refuses.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Gaither, Founder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 years in manufacturing operations — shop floor, planning, fighting legacy ERPs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United States Marine — disciplined process, mission-first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Mechanical engineer — systems thinking, tolerance reasoning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Solo C++ / Qt / TypeScript builder; AI-augmented velocity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Located in South Central Pennsylvania; available to operators in person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plan (post-funding)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Q3 2026: Sr. Backend Engineer (Bifrost CDC, Mimisbrunnr schema)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Q4 2026: Sr. Frontend Engineer (Norn web, self-serve onboarding)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Q1–Q2 2027: Sales / BD Lead + Customer Success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 3 target: 7 FTE; Year 5 target: 22 FTE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architecture, the doctrine, the manifests, the code — all real and reviewable. Bus-factor risk is named and addressed by the first hire, not deflected.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5-year projections: $241K → $17.6M, cash-flow positive Year 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revenue lines (Norn SaaS / Ratatosk / Ragnarok / Bifrost / Yggdrasil) with services-led ramp and SaaS-dominant mix by Year 5.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 — Foundation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$241K total revenue. Solo founder. 3 Yggdrasil pilots, 4 Ratatosk workshops, 1 Ragnarok migration, Norn launches. Net (-$23K).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 — First hires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$1.14M revenue. 3 FTE. 12 Ratatosk, 6 Ragnarok, first Bifrost subscribers, 4 Yggdrasil pilots. Cash-flow positive ($168K net).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 — Platform proves out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$3.62M revenue ($2.36M ARR, 65% recurring). 7 FTE. 28 Ratatosk, 16 Ragnarok, 13 Yggdrasil tenants, Audit Authority attach begins. $1.43M net.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4 — Scale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$8.67M revenue ($6.18M ARR, 71% recurring). 14 FTE. Yggdrasil pilots ramp to 25, Bifrost to 31 subscribers, Norn at $2.6M. $4.76M net.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5 — SaaS-dominant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$17.6M revenue ($13.4M ARR, 76% recurring). 22 FTE. 53 Yggdrasil tenants, 2,000 Norn paid accounts, $700K revenue/employee. $11.4M net.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Implied Year-5 valuation: $50–90M on 5–8x ARR multiple. Series A target: Q4 2027 at $500K ARR + 3 Yggdrasil tenants.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